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411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7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 HUB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46120" y="411480"/>
            <a:ext cx="0" cy="54864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411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AutoHub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1732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/ MARKETING + INFLUENCER PORTFOLIO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Cars start</a:t>
            </a:r>
            <a:endParaRPr lang="en-US" sz="6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6032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conversation.</a:t>
            </a:r>
            <a:endParaRPr lang="en-US" sz="6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375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07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carry it.</a:t>
            </a:r>
            <a:endParaRPr lang="en-US" sz="6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7939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 organised by Drive Hub Global. Automotive stories that connect brands and communities.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846320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8920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3.22M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541324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VIEWS*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06240" y="4983480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06240" y="48920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71.6K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541324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REACTIONS*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955280" y="4983480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0" y="48920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541324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BRANDS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598932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BRAND VIDEOS + 2 DRIVE HUB GLOBAL CAMPAIGN EXAMPLES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199632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*Totals cover the original 14 AutoHub videos only. Public Facebook preview counts checked 23 Oct 2026; views are not unique reach.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6446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 / OUR INFLUENCE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connected community.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business roles.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3852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organises and runs the campaigns in this portfolio through its influencer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programme, working with selected creators and automotive audiences.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11247120" cy="118872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16352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(PVT) LTD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358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agency + campaign organiser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2900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planning, influencer coordination and marketing execution.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950208"/>
            <a:ext cx="11247120" cy="1051560"/>
          </a:xfrm>
          <a:prstGeom prst="rect">
            <a:avLst/>
          </a:prstGeom>
          <a:solidFill>
            <a:srgbClr val="E8E2D9"/>
          </a:solidFill>
          <a:ln w="12700">
            <a:solidFill>
              <a:srgbClr val="E8E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11480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DRIVEHUB PVT LTD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3342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+ vehicle inspection services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72744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and inspection arm, with a distinct service focus.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5138928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INFLUENCER PROGRAMME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537667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Proactive creators.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597103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Relevant voices. Shared curiosity.</a:t>
            </a:r>
            <a:endParaRPr lang="en-US" sz="3800" dirty="0"/>
          </a:p>
        </p:txBody>
      </p:sp>
      <p:sp>
        <p:nvSpPr>
          <p:cNvPr id="19" name="Shape 17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+ AUTOHUB / SELECTED WORK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/ INFLUENCER CAMPAIGN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moments.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around people.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202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Bajaj electric three-wheeler launch coverage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by Drive Hub Global.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5303520" cy="7772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2491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ORGANISED + RUN BY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443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 Hub Global Influencer Programme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3611880" cy="1399032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" y="4626864"/>
            <a:ext cx="731520" cy="23774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2686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</a:t>
            </a:r>
            <a:endParaRPr lang="en-US" sz="550" dirty="0"/>
          </a:p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</a:t>
            </a:r>
            <a:endParaRPr lang="en-US" sz="5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97433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STILL / 00:08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60520" y="3520440"/>
            <a:ext cx="3611880" cy="1399032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33672" y="4626864"/>
            <a:ext cx="731520" cy="23774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51960" y="462686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</a:t>
            </a:r>
            <a:endParaRPr lang="en-US" sz="550" dirty="0"/>
          </a:p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</a:t>
            </a:r>
            <a:endParaRPr lang="en-US" sz="550" dirty="0"/>
          </a:p>
        </p:txBody>
      </p:sp>
      <p:sp>
        <p:nvSpPr>
          <p:cNvPr id="18" name="Text 16"/>
          <p:cNvSpPr txBox="1"/>
          <p:nvPr/>
        </p:nvSpPr>
        <p:spPr>
          <a:xfrm>
            <a:off x="4160520" y="497433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STILL / 00:26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863840" y="3520440"/>
            <a:ext cx="3611880" cy="1399032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6992" y="4626864"/>
            <a:ext cx="731520" cy="23774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462686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</a:t>
            </a:r>
            <a:endParaRPr lang="en-US" sz="550" dirty="0"/>
          </a:p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</a:t>
            </a:r>
            <a:endParaRPr lang="en-US" sz="5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497433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STILL / 00:45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56509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MARKETING ROLE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58338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organised and ran this campaign through its influencer programme, using selected creators to connect the product launch with relevant audiences and community conversations.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+ AUTOHUB / SELECTED WORK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/ INFLUENCER CAMPAIGN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product story.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wider conversation.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20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Bajaj Chetak campaign content published by Drive Hub Global.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5303520" cy="7772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ORGANISED + RUN BY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072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 Hub Global Influencer Programme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3611880" cy="1645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" y="4736592"/>
            <a:ext cx="731520" cy="23774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508406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STILL / 00:12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60520" y="3383280"/>
            <a:ext cx="3611880" cy="1645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33672" y="4736592"/>
            <a:ext cx="731520" cy="23774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520" y="508406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STILL / 00:52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863840" y="3383280"/>
            <a:ext cx="3611880" cy="1645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36992" y="4736592"/>
            <a:ext cx="731520" cy="23774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508406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STILL / 01:38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5349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MARKETING ROLE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campaign reflects Drive Hub Global's role as the marketing agency: organising influencer participation and coordinating content that brings a vehicle into the audience's everyday conversation.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F5F0E8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6144768"/>
            <a:ext cx="365760" cy="365760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6144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61447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CAMPAIGN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63367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on Drive Hub Global / Facebook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+ AUTOHUB / SELECTED WORK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MERCEDES-BENZ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motoring.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Everyday conversation.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Mercedes-Benz content, from a model spotlight to the CLA's latest screen experience.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41448"/>
            <a:ext cx="1005840" cy="10058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4144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697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MERCEDES-BENZ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584448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63016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92K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15137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06240" y="372160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6240" y="363016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1.5K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415137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955280" y="372160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0" y="363016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415137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5486400" cy="779526"/>
          </a:xfrm>
          <a:prstGeom prst="rect">
            <a:avLst/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99232" y="4760595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99232" y="4797171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5351526"/>
            <a:ext cx="5486400" cy="637794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542467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Mercedes-Benz model spotlight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75386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47K views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918454"/>
            <a:ext cx="5266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653 reactions  •  WATCH ON FACEBOOK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4572000"/>
            <a:ext cx="5486400" cy="779526"/>
          </a:xfrm>
          <a:prstGeom prst="rect">
            <a:avLst/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59952" y="4760595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59952" y="4797171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217920" y="5351526"/>
            <a:ext cx="5486400" cy="637794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27648" y="542467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CLA: the latest Super Screen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327648" y="575386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45K views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327648" y="5918454"/>
            <a:ext cx="5266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801 reactions  •  WATCH ON FACEBOOK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099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vehicles become more relatable when the story starts with details people can understand and discuss.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JETOUR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places.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curiosity.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Lankan and Dubai content connects vehicle character, owner interest and destination-led experiences.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505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400" kern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JETOUR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004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1.335M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7216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06240" y="3291840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06240" y="32004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30.9K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7216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55280" y="3291840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55280" y="32004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37216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4279392"/>
            <a:ext cx="5394960" cy="930402"/>
          </a:xfrm>
          <a:prstGeom prst="rect">
            <a:avLst/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53512" y="4543425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53512" y="4580001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5209794"/>
            <a:ext cx="5394960" cy="761238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5282946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JETOURs in Sri Lanka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612130"/>
            <a:ext cx="29672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152K views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776722"/>
            <a:ext cx="5175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1.7K reactions  •  WATCH ON FACEBOOK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26480" y="4279392"/>
            <a:ext cx="5394960" cy="930402"/>
          </a:xfrm>
          <a:prstGeom prst="rect">
            <a:avLst/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22792" y="4543425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22792" y="4580001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126480" y="5209794"/>
            <a:ext cx="5394960" cy="761238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6208" y="5282946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JETOUR in Dubai's desert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236208" y="5612130"/>
            <a:ext cx="29672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163K views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5776722"/>
            <a:ext cx="5175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2.5K reactions  •  WATCH ON FACEBOOK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6053328"/>
            <a:ext cx="11247120" cy="457200"/>
          </a:xfrm>
          <a:prstGeom prst="rect">
            <a:avLst/>
          </a:prstGeom>
          <a:solidFill>
            <a:srgbClr val="F5F0E8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" y="606247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JETOUR: the 0-100 question  —  346K views / 5.7K reactions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6254496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JETOUR T2 on the road  —  674K views / 21K reactions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BAW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Closer to the brand.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China visit.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BAW visit in China takes the audience beyond the local vehicle conversation and closer to where the products are made.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1005840" cy="1005840"/>
          </a:xfrm>
          <a:prstGeom prst="ellipse">
            <a:avLst/>
          </a:prstGeom>
          <a:solidFill>
            <a:srgbClr val="9B1B3B"/>
          </a:solidFill>
          <a:ln w="12700">
            <a:solidFill>
              <a:srgbClr val="9B1B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514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BAW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82K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245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06240" y="3794760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06240" y="37033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42245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955280" y="3794760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37033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2245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4754880"/>
            <a:ext cx="112471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4754880"/>
            <a:ext cx="365760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5239512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45920" y="5239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48463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BAW in China: vehicles and manufacturing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297680" y="52303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82K views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97680" y="546811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1K reactions  •  WATCH ON FACEBOOK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BENTLEY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aspirational brand.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closer look.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Bentley Bentayga Azure EWB brings a distinctive luxury vehicle into the wider enthusiast conversation.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29260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688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 BENTLEY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401568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472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137K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9684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06240" y="35387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06240" y="34472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4.1K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9684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955280" y="35387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34472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9684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4462272"/>
            <a:ext cx="112471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4462272"/>
            <a:ext cx="3657600" cy="1645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5129784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45920" y="5129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45720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Bentley Bentayga Azure EWB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297680" y="4956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137K views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97680" y="52120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4.1K reactions  •  WATCH ON FACEBOOK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CHANGAN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details.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talking points.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Feature-led content gives audiences an accessible way to discover Changan and the NEVO Q05.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2926080" cy="7772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688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CHANGAN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01568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472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62K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9684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06240" y="35387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06240" y="34472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9684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955280" y="35387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34472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9684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4462272"/>
            <a:ext cx="112471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4462272"/>
            <a:ext cx="3657600" cy="1645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5129784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45920" y="5129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45720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NEVO Q05: a practical feature spotlight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297680" y="4956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62K views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97680" y="52120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641 reactions  •  WATCH ON FACEBOOK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MG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daily use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new possibilities.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MG content explores a pickup, changes to a familiar SUV and the questions buyers ask about value.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688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MG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697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MG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7200" y="3630168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6758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508K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1970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06240" y="37673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6240" y="36758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9.1K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41970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955280" y="37673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0" y="36758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41970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" y="4645152"/>
            <a:ext cx="112471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645152"/>
            <a:ext cx="3599078" cy="530352"/>
          </a:xfrm>
          <a:prstGeom prst="rect">
            <a:avLst/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92147" y="4745736"/>
            <a:ext cx="329184" cy="329184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092147" y="477316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166006" y="4687580"/>
            <a:ext cx="746516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 U9 pickup spotlight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166006" y="4899721"/>
            <a:ext cx="74651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322K views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202936"/>
            <a:ext cx="112471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5202936"/>
            <a:ext cx="3599078" cy="530352"/>
          </a:xfrm>
          <a:prstGeom prst="rect">
            <a:avLst/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92147" y="5303520"/>
            <a:ext cx="329184" cy="329184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092147" y="53309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66006" y="5245364"/>
            <a:ext cx="746516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MG ZS: what's changed?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166006" y="5457505"/>
            <a:ext cx="74651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46K views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5760720"/>
            <a:ext cx="112471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5760720"/>
            <a:ext cx="3599078" cy="530352"/>
          </a:xfrm>
          <a:prstGeom prst="rect">
            <a:avLst/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92147" y="5861304"/>
            <a:ext cx="329184" cy="329184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092147" y="588873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166006" y="5803148"/>
            <a:ext cx="746516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full-size SUV value conversation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166006" y="6015289"/>
            <a:ext cx="74651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140K views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HYUNDAI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Space. Design.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Reasons to pay attention.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Palisade and Santa Fe content brings family-SUV interest into the wider automotive community.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395728"/>
            <a:ext cx="34747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957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 HYUNDAI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172968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2186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398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06240" y="33101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06240" y="32186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24.4K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7398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955280" y="33101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32186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7398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4297680"/>
            <a:ext cx="5394960" cy="854964"/>
          </a:xfrm>
          <a:prstGeom prst="rect">
            <a:avLst/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53512" y="4523994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53512" y="4560570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5152644"/>
            <a:ext cx="5394960" cy="699516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5225796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Palisade: space for eight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554980"/>
            <a:ext cx="29672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794K views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719572"/>
            <a:ext cx="5175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19K reactions  •  WATCH ON FACEBOOK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26480" y="4297680"/>
            <a:ext cx="5394960" cy="854964"/>
          </a:xfrm>
          <a:prstGeom prst="rect">
            <a:avLst/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22792" y="4523994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22792" y="4560570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126480" y="5152644"/>
            <a:ext cx="5394960" cy="699516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36208" y="5225796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latest Santa Fe in Sri Lanka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5554980"/>
            <a:ext cx="29672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213K views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236208" y="5719572"/>
            <a:ext cx="5175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5.4K reactions  •  WATCH ON FACEBOOK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" y="60624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7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 HUB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2148840" y="606247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60624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AutoHub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309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stories. Shared curiosity. Lasting connections.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046720" y="605332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Asith Wijenayake / General Manager, Drive Hub Global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62544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asith@drivehub.lk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66568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0" y="665683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iveHub AutoHub">
  <a:themeElements>
    <a:clrScheme name="DriveHub AutoHub">
      <a:dk1>
        <a:srgbClr val="1A1A1A"/>
      </a:dk1>
      <a:lt1>
        <a:srgbClr val="FFFFFF"/>
      </a:lt1>
      <a:dk2>
        <a:srgbClr val="3A3A3A"/>
      </a:dk2>
      <a:lt2>
        <a:srgbClr val="F5F0E8"/>
      </a:lt2>
      <a:accent1>
        <a:srgbClr val="F07F2A"/>
      </a:accent1>
      <a:accent2>
        <a:srgbClr val="2D2D2D"/>
      </a:accent2>
      <a:accent3>
        <a:srgbClr val="C0B8AA"/>
      </a:accent3>
      <a:accent4>
        <a:srgbClr val="E8E2D9"/>
      </a:accent4>
      <a:accent5>
        <a:srgbClr val="888888"/>
      </a:accent5>
      <a:accent6>
        <a:srgbClr val="F5821F"/>
      </a:accent6>
      <a:hlink>
        <a:srgbClr val="F07F2A"/>
      </a:hlink>
      <a:folHlink>
        <a:srgbClr val="C05A10"/>
      </a:folHlink>
    </a:clrScheme>
    <a:fontScheme name="DriveHub AutoHub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2026-10-28T07:23:16Z</dcterms:created>
  <dcterms:modified xsi:type="dcterms:W3CDTF">2026-10-28T07:23:16Z</dcterms:modified>
</cp:coreProperties>
</file>